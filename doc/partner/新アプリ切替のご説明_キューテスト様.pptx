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新しいアプリは今の画面をもとに作っているので、使い方はほぼそのままです。スマホへの通知や管理者の方の画面など、新しく加わるものは、この後のページで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スタッフ10人・1人1日1〜2件の報告を前提にしています。いちばん大きいのは、書き写しやパスワード再設定メールを送るために常に動かしている処理(約45〜50ドル)で、定期的に起動する方式に変えるなど、費用を下げる選択肢もあります。データベースは今の規模に合わせた小さな構成(約12〜14ドル)で、利用が増えたら数分の再起動だけで大きくできます(データはそのまま)。地図は、スタッフ10人が1日3件訪問する程度なら毎月の無料枠内に収まる見込みです。AIは日報の下書きが大半で、月2〜8ドルほどの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今の画面をもとに作っているので、使い方はほぼそのまま。ログインも今のパスワードで。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今の画面をもとに、中身を「会社の業務システム」として作り直したものです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左が今のアプリ、右が新しいアプリです（どちらも架空の人物・住所）。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お客様の情報や、AIが下書きする日報も、今の流れのまま使えます。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出勤簿も、週の一覧・1日の表示・修正の流れを引き継いでいます。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今と同じ時刻の処理に、明日の予定のお知らせが加わります。失敗したら自動でやり直し、それでもだめならお知らせします。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Googleドライブの最新の顧客CSVを取り込み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画面の使い方（今の画面をもとに作っています）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毎晩の出勤簿への反映・顧客CSVの取り込み</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0.9万〜1.2万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（約60〜80ドル）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AIの利用料（見込み）を含みます。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12〜14ドル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45〜50ドル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0〜7ドル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2〜8ドル</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2026年9月27日時点の料金表からの見込み（目安）です。料金は変わることがあるため、本番の環境を作る前に確かめ直します。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