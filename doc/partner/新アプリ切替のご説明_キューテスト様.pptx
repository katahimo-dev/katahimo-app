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10分ごとに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新しいアプリは今の画面をもとに作っているので、使い方はほぼそのままです。スマホへの通知や管理者の方の画面など、新しく加わるものは、この後のページで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するのは今のアプリと同じ時刻です。顧客CSVの取り込みは、今の毎晩3時から10分ごとに変わります。初めて訪問するお客様をRESERVAに登録した直後でも、すぐに日報を書けるようにするためです。急ぐときは、コーディネーター・管理者がお客様の画面の「今すぐ取り込む」で取り込めま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スタッフ10人・1人1日1〜2件の報告を前提にしています。いちばん大きいのはデータベースで、今の規模に合わせた小さな構成(約12〜14ドル)です。利用が増えたら数分の再起動だけで大きくできます(データはそのまま)。スプレッドシートへの書き写し・パスワード再設定メール・スマホへの通知は、送るものができたときと10分ごとの見回りのときだけ短い時間動く処理で送るため、常に動かしておく費用がかからず、月0〜3ドルほど(無料枠の範囲に収まる見込み)です。操作からおよそ10〜30秒で届きます。地図は、スタッフ10人が1日3件訪問する程度なら毎月の無料枠内に収まる見込みです。AIは日報の下書きが大半で、月2〜8ドルほどの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今の画面をもとに作っているので、使い方はほぼそのまま。ログインも今のパスワードで。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今の画面をもとに、中身を「会社の業務システム」として作り直したものです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顧客CSVを10分ごとに取り込む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左が今のアプリ、右が新しいアプリです（どちらも架空の人物・住所）。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お客様の情報や、AIが下書きする日報も、今の流れのまま使えます。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スタッフの使い方はほぼそのまま(3)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出勤簿も、週の一覧・1日の表示・修正の流れを引き継いでいます。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自動で動く処理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お客様の取り込みは10分ごとに。明日の予定のお知らせも加わります。失敗したら自動でやり直し、それでもだめならお知らせします。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10分</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Googleドライブの新しい顧客CSVを10分ごとに取り込み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画面の使い方（今の画面をもとに作っています）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毎晩の出勤簿への反映(お客様の取り込みは10分ごとに)</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200" b="1">
                <a:solidFill>
                  <a:srgbClr val="FFFFFF"/>
                </a:solidFill>
                <a:latin typeface="IPAPGothic"/>
                <a:ea typeface="IPAPGothic"/>
                <a:cs typeface="IPAPGothic"/>
              </a:rPr>
              <a:t>2,100〜4,700</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（約14〜31ドル）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AIの利用料（見込み）を含みます。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12〜14ドル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書き写し・メール・通知の送信</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0〜3ドル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0〜7ドル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2〜8ドル</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使いすぎを防ぐため、月1万円の予算に近づくとメールで知らせる設定も用意しています。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2026年9月27日時点の料金表からの見込み（目安）です。料金は変わることがあるため、本番の環境を作る前に確かめ直します。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